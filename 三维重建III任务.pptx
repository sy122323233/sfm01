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027" autoAdjust="0"/>
    <p:restoredTop sz="94660"/>
  </p:normalViewPr>
  <p:slideViewPr>
    <p:cSldViewPr snapToGrid="0">
      <p:cViewPr varScale="1">
        <p:scale>
          <a:sx n="98" d="100"/>
          <a:sy n="98" d="100"/>
        </p:scale>
        <p:origin x="10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3D11709-052A-41DE-A5DD-7B7AFB2596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B74F0D-CC6A-470B-B61E-8768FCFA64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1664BF6-B9F1-4648-A5D6-BF4509F4C9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1989975-E92A-4E1D-B57A-03E964D895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E6574CE-CBC4-4941-BD1D-F5EFB86B3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920781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51D7B3-3524-40D0-AD5C-0300E5626A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BF360E4-264E-4BAE-B309-FC69B9783A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BC2A3E8-3CF1-498C-9508-546338DF2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38C6418-0829-4FA0-9001-0B06CC2A7B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4510521-1649-483C-8C53-46CE1C8F23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169062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6F5C79-ADA6-4A75-97A7-A4E36A2AB5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15CAE54-F6E4-4FA7-A22B-0317E32AC8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9283B92-B76F-4193-9CB3-C24E784284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2F10332-7A85-46E4-923D-7DAD20DC7E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62204F7-0843-4A01-BA25-9B56AEEF4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466680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7CD2D7-D274-49A7-9AB2-7959B81A3F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61DB0EF-39DC-42D2-ADA2-3900C2AA05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9CBBF6F1-EBD7-4C9D-BE10-76CADF6B0C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1B1774-397E-4B97-87A9-488C0FD649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7088015-3F32-4C41-B9F6-A814A4AD1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16BDB83-1237-435E-9482-7F1829E6AC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1789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9B1A650-3732-4D68-B371-7333E25A9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F91237-C89C-41A9-99D6-C91D26EFAE9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FAB2594-F58F-4C60-A320-689E190351C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8CF0A8F2-4C3D-4B12-9499-60A68F921BE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D3B189B-C4D2-43EB-8F5E-23B5AC01FE4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C78F02-7B85-438E-A838-86B9FE67C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1DDD21AD-39A6-4BDC-944E-843AD051B8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1E411089-50CC-4FAC-98BC-07BD04B49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645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F915E-6C70-4670-851C-DDC490584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0CD9C54-E331-4524-B4DE-D048F2379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9AF412-704E-46A8-A350-4E29E88EC7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369B3D1-0571-4541-9FC6-390F45ADF9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23626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E50925C9-7449-450B-AF37-AD95E9301A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E057E37-13A8-4644-8396-269D11EAD4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4A2787-6115-496A-8578-B31858E530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98946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B174D94-D4FA-47E3-B52E-F440A7C523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551286-4B94-4E45-9B4C-781A5C19A6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C3D4EACB-3913-4253-BD9F-B60AEA1DE54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D74B5A6-78B2-4D80-BE4A-CD6BCF7FB5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2AE5A0D-80EE-48CD-8450-8B08289B22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BDF926C-711A-4E01-B466-289A85495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39568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5E696AF-BB12-4B54-8AE4-BE85BA87C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E4A334B8-709C-4694-BE43-272F03D741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5DA1C34-D476-440B-9DEA-FAACADADF5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CAEEE878-46FB-4CCA-AC11-0BBADE50A3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4523EDED-C114-4391-889D-4F8445ECAA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D4A301-155D-4FE6-80BD-B2C0E535F2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175923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ABC2EC3-5776-46A2-8048-7C2E2761E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C6AAFB-421A-4615-B2AE-C0B5DBE2E2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F529B6B-00E2-4DC7-91B2-146DEA0A5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F64AA3-23B3-41D3-96B4-6D146E8BC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DC4D180-BCFB-4D91-9BE3-32383804C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7836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D94FD8A-375A-49B0-B0DD-F6571D6ADF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9938366-1DE6-4658-949D-4825303BA1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E681B0E-044D-4F4A-969F-E60B96DF4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DCBEC2-DEC3-4DB2-9F0B-6BC1C348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DCF4262-4AE9-4893-A234-5E117AE87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999102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03090D2-8472-4FDE-BE3E-E70CA9B27D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B8C9463-0264-4086-81C0-0FC089F1B4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0BAF1A-0554-486E-94CD-7007AAFD59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C42A11-9649-4EBD-9493-B17D3C3D56EA}" type="datetimeFigureOut">
              <a:rPr lang="zh-CN" altLang="en-US" smtClean="0"/>
              <a:t>2026/9/3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C4D8193-12DC-4147-AAAD-EF181D4F4EC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EF6F54B-722D-4C0A-B657-062B27E369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FB4CAF-711B-4B8C-AB80-56C00454FFC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74937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5E75AA-84FF-4BF9-9517-8E14958153B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三维重建</a:t>
            </a:r>
            <a:r>
              <a:rPr lang="en-US" altLang="zh-CN" dirty="0"/>
              <a:t>III</a:t>
            </a:r>
            <a:r>
              <a:rPr lang="zh-CN" altLang="en-US" dirty="0"/>
              <a:t>任务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74D38920-E718-4D8E-BC9A-540D94B8B7D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83064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20ADF61-D38A-4F9E-A072-77909AAAD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目标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84AA35-20B5-4859-A02D-3916CC7C4B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满足软件工程各种需求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对三维重建系统的设计和实现策略进行可行性分析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总体架构，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用户管理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图片管理模块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图像处理模块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三维重建计算模块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模型管理模块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1"/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展示交互模块</a:t>
            </a:r>
            <a:r>
              <a:rPr lang="en-US" altLang="zh-CN" sz="1400" dirty="0"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1400" dirty="0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14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详细讨论三维重建算法的软件工程实现方式，包括特征提取、特征匹配、相机参数估计、稀疏点云生成、密集重建和模型优化等过程，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zh-CN" altLang="en-US" sz="1800" dirty="0">
                <a:latin typeface="宋体" panose="02010600030101010101" pitchFamily="2" charset="-122"/>
                <a:ea typeface="宋体" panose="02010600030101010101" pitchFamily="2" charset="-122"/>
              </a:rPr>
              <a:t>详细的测试文档。</a:t>
            </a:r>
            <a:endParaRPr lang="en-US" altLang="zh-CN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1800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0842571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</Words>
  <Application>Microsoft Office PowerPoint</Application>
  <PresentationFormat>宽屏</PresentationFormat>
  <Paragraphs>13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等线 Light</vt:lpstr>
      <vt:lpstr>宋体</vt:lpstr>
      <vt:lpstr>Arial</vt:lpstr>
      <vt:lpstr>Office 主题​​</vt:lpstr>
      <vt:lpstr>三维重建III任务</vt:lpstr>
      <vt:lpstr>目标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三维重建III任务</dc:title>
  <dc:creator>Thinkpad</dc:creator>
  <cp:lastModifiedBy>Thinkpad</cp:lastModifiedBy>
  <cp:revision>1</cp:revision>
  <dcterms:created xsi:type="dcterms:W3CDTF">2026-09-03T08:51:04Z</dcterms:created>
  <dcterms:modified xsi:type="dcterms:W3CDTF">2026-09-03T08:51:10Z</dcterms:modified>
</cp:coreProperties>
</file>